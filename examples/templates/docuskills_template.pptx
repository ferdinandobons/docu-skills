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</p14:sldIdLst>
        </p14:section>
        <p14:section name="Financials" id="{00000002-0000-4000-8000-000000000002}">
          <p14:sldIdLst>
            <p14:sldId id="259"/>
            <p14:sldId id="260"/>
          </p14:sldIdLst>
        </p14:section>
        <p14:section name="Closing" id="{00000003-0000-4000-8000-000000000003}">
          <p14:sldIdLst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DocuSkills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DocuSkills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2B7CD3"/>
                </a:solidFill>
              </a:rPr>
              <a:t>FY2026 - Performance, Outlook &amp; Initiatives</a:t>
            </a:r>
          </a:p>
        </p:txBody>
      </p:sp>
      <p:pic>
        <p:nvPicPr>
          <p:cNvPr id="4" name="Picture 3" descr="docuskill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6213F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6213F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6213F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6213F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13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DocuSkills Corp grew net revenue 18% YoY across all four regions.</a:t>
            </a:r>
          </a:p>
          <a:p>
            <a:pPr/>
            <a:r>
              <a:rPr sz="1800">
                <a:solidFill>
                  <a:srgbClr val="16213F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6213F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Key risk: input-cost volatility in the Gadget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400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The DocuSkills Brand Mark</a:t>
            </a:r>
          </a:p>
        </p:txBody>
      </p:sp>
      <p:pic>
        <p:nvPicPr>
          <p:cNvPr id="3" name="Picture Placeholder 2" descr="docuskills_template_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222" r="2222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rPr sz="1600">
                <a:solidFill>
                  <a:srgbClr val="16213F"/>
                </a:solidFill>
              </a:rPr>
              <a:t>A synthetic, generated mark - no proprietary asset.</a:t>
            </a:r>
          </a:p>
          <a:p>
            <a:pPr/>
            <a:r>
              <a:rPr sz="1600">
                <a:solidFill>
                  <a:srgbClr val="16213F"/>
                </a:solidFill>
              </a:rPr>
              <a:t>Navy field, amber stripe, teal corner.</a:t>
            </a:r>
          </a:p>
        </p:txBody>
      </p:sp>
      <p:pic>
        <p:nvPicPr>
          <p:cNvPr id="5" name="Picture 4" descr="docuskill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1945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6213F"/>
          </a:solidFill>
          <a:ln>
            <a:solidFill>
              <a:srgbClr val="57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B7CD3"/>
          </a:solidFill>
          <a:ln>
            <a:solidFill>
              <a:srgbClr val="57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0742B"/>
          </a:solidFill>
          <a:ln>
            <a:solidFill>
              <a:srgbClr val="57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Questions? hello@docuskills.example</a:t>
            </a:r>
          </a:p>
          <a:p>
            <a:pPr/>
            <a:r>
              <a:rPr sz="1800">
                <a:solidFill>
                  <a:srgbClr val="16213F"/>
                </a:solidFill>
              </a:rPr>
              <a:t>DocuSkills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DocuSkills Corp Quarterly Business Review</dc:title>
  <dc:subject>Synthetic test fixture - no proprietary content</dc:subject>
  <dc:creator>DocuSkills Corp (synthetic fixture)</dc:creator>
  <cp:keywords/>
  <dc:description>generated using python-pptx</dc:description>
  <cp:lastModifiedBy>DocuSkills Corp (synthetic fixture)</cp:lastModifiedBy>
  <cp:revision>1</cp:revision>
  <dcterms:created xsi:type="dcterms:W3CDTF">2026-06-05T00:00:00Z</dcterms:created>
  <dcterms:modified xsi:type="dcterms:W3CDTF">2026-06-05T00:00:00Z</dcterms:modified>
  <cp:category/>
</cp:coreProperties>
</file>